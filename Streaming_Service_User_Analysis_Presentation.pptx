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B3D95-BD1A-4F99-A506-1F7D8800ADFB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51461-4E60-4DA5-85AA-CD64051B3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35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F51461-4E60-4DA5-85AA-CD64051B399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787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482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98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74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39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17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3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96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874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34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8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47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A0559-3763-457D-BF8A-2EDCD2B74E1D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3A169-9A65-43D3-B1F3-DEE565314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73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548680"/>
            <a:ext cx="7772400" cy="1470025"/>
          </a:xfrm>
        </p:spPr>
        <p:txBody>
          <a:bodyPr/>
          <a:lstStyle/>
          <a:p>
            <a:pPr algn="l"/>
            <a:r>
              <a:rPr lang="en-IN" dirty="0" smtClean="0"/>
              <a:t>Streaming Service User Analysis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3608" y="2204864"/>
            <a:ext cx="6400800" cy="1752600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5200" dirty="0">
                <a:solidFill>
                  <a:schemeClr val="tx1"/>
                </a:solidFill>
                <a:latin typeface="Calibri (Body)"/>
                <a:ea typeface="+mj-ea"/>
                <a:cs typeface="+mj-cs"/>
              </a:rPr>
              <a:t>MS Excel Data Analysis Project</a:t>
            </a:r>
          </a:p>
          <a:p>
            <a:endParaRPr lang="en-US" dirty="0" smtClean="0"/>
          </a:p>
          <a:p>
            <a:r>
              <a:rPr lang="en-US" sz="5300" dirty="0">
                <a:solidFill>
                  <a:schemeClr val="tx1"/>
                </a:solidFill>
                <a:latin typeface="Calibri (Body)"/>
                <a:ea typeface="+mj-ea"/>
                <a:cs typeface="+mj-cs"/>
              </a:rPr>
              <a:t>Prepared By:</a:t>
            </a:r>
          </a:p>
          <a:p>
            <a:r>
              <a:rPr lang="en-US" dirty="0" smtClean="0"/>
              <a:t>Sony Banoth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68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Project Objective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objective of this project is to analyze user behavior,</a:t>
            </a:r>
          </a:p>
          <a:p>
            <a:r>
              <a:rPr lang="en-US" dirty="0" smtClean="0"/>
              <a:t>subscription trends, engagement metrics, loyalty patterns,</a:t>
            </a:r>
          </a:p>
          <a:p>
            <a:r>
              <a:rPr lang="en-US" dirty="0" smtClean="0"/>
              <a:t>and payment preferences using streaming service data.</a:t>
            </a:r>
          </a:p>
          <a:p>
            <a:endParaRPr lang="en-US" dirty="0" smtClean="0"/>
          </a:p>
          <a:p>
            <a:r>
              <a:rPr lang="en-US" dirty="0" smtClean="0"/>
              <a:t>The analysis helps understand customer retention,</a:t>
            </a:r>
          </a:p>
          <a:p>
            <a:r>
              <a:rPr lang="en-US" dirty="0" smtClean="0"/>
              <a:t>content preferences, and business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227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Dataset Overview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Total Records: 1000</a:t>
            </a:r>
          </a:p>
          <a:p>
            <a:r>
              <a:rPr lang="en-US" dirty="0" smtClean="0"/>
              <a:t>Total Columns: 23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Key Attributes:</a:t>
            </a:r>
          </a:p>
          <a:p>
            <a:pPr marL="0" indent="0">
              <a:buNone/>
            </a:pPr>
            <a:r>
              <a:rPr lang="en-US" dirty="0" smtClean="0"/>
              <a:t>• User ID</a:t>
            </a:r>
          </a:p>
          <a:p>
            <a:pPr marL="0" indent="0">
              <a:buNone/>
            </a:pPr>
            <a:r>
              <a:rPr lang="en-US" dirty="0" smtClean="0"/>
              <a:t>• Monthly Price</a:t>
            </a:r>
          </a:p>
          <a:p>
            <a:pPr marL="0" indent="0">
              <a:buNone/>
            </a:pPr>
            <a:r>
              <a:rPr lang="en-US" dirty="0" smtClean="0"/>
              <a:t>• Watch Hours</a:t>
            </a:r>
          </a:p>
          <a:p>
            <a:pPr marL="0" indent="0">
              <a:buNone/>
            </a:pPr>
            <a:r>
              <a:rPr lang="en-US" dirty="0" smtClean="0"/>
              <a:t>• Favorite Genre</a:t>
            </a:r>
          </a:p>
          <a:p>
            <a:pPr marL="0" indent="0">
              <a:buNone/>
            </a:pPr>
            <a:r>
              <a:rPr lang="en-US" dirty="0" smtClean="0"/>
              <a:t>• Membership Status</a:t>
            </a:r>
          </a:p>
          <a:p>
            <a:pPr marL="0" indent="0">
              <a:buNone/>
            </a:pPr>
            <a:r>
              <a:rPr lang="en-US" dirty="0" smtClean="0"/>
              <a:t>• Loyalty Points</a:t>
            </a:r>
          </a:p>
          <a:p>
            <a:pPr marL="0" indent="0">
              <a:buNone/>
            </a:pPr>
            <a:r>
              <a:rPr lang="en-US" dirty="0" smtClean="0"/>
              <a:t>• Payment Method</a:t>
            </a:r>
          </a:p>
          <a:p>
            <a:pPr marL="0" indent="0">
              <a:buNone/>
            </a:pPr>
            <a:r>
              <a:rPr lang="en-US" dirty="0" smtClean="0"/>
              <a:t>• Country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87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Revenue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Monthly subscription plans generate revenue.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Analysis performed on:</a:t>
            </a:r>
          </a:p>
          <a:p>
            <a:pPr marL="0" indent="0">
              <a:buNone/>
            </a:pPr>
            <a:r>
              <a:rPr lang="en-US" dirty="0" smtClean="0"/>
              <a:t>• Monthly Price</a:t>
            </a:r>
          </a:p>
          <a:p>
            <a:pPr marL="0" indent="0">
              <a:buNone/>
            </a:pPr>
            <a:r>
              <a:rPr lang="en-US" dirty="0" smtClean="0"/>
              <a:t>• Subscription Plans</a:t>
            </a:r>
          </a:p>
          <a:p>
            <a:pPr marL="0" indent="0">
              <a:buNone/>
            </a:pPr>
            <a:r>
              <a:rPr lang="en-US" dirty="0" smtClean="0"/>
              <a:t>• User Spending Patterns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Insights help identify revenue trends.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1140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User Engagement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User engagement was measured using: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Watch Hours</a:t>
            </a:r>
          </a:p>
          <a:p>
            <a:pPr marL="0" indent="0">
              <a:buNone/>
            </a:pPr>
            <a:r>
              <a:rPr lang="en-US" dirty="0" smtClean="0"/>
              <a:t>• Movies Watched</a:t>
            </a:r>
          </a:p>
          <a:p>
            <a:pPr marL="0" indent="0">
              <a:buNone/>
            </a:pPr>
            <a:r>
              <a:rPr lang="en-US" dirty="0" smtClean="0"/>
              <a:t>• Series Watched</a:t>
            </a:r>
          </a:p>
          <a:p>
            <a:pPr marL="0" indent="0">
              <a:buNone/>
            </a:pPr>
            <a:r>
              <a:rPr lang="en-US" dirty="0" smtClean="0"/>
              <a:t>• Recommended Content Usage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Higher watch hours indicate stronger engagement.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946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Demographic Insights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Analysis included: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Age Groups</a:t>
            </a:r>
          </a:p>
          <a:p>
            <a:pPr marL="0" indent="0">
              <a:buNone/>
            </a:pPr>
            <a:r>
              <a:rPr lang="en-US" dirty="0" smtClean="0"/>
              <a:t>• Favorite Genres</a:t>
            </a:r>
          </a:p>
          <a:p>
            <a:pPr marL="0" indent="0">
              <a:buNone/>
            </a:pPr>
            <a:r>
              <a:rPr lang="en-US" dirty="0" smtClean="0"/>
              <a:t>• Country-wise Users</a:t>
            </a:r>
          </a:p>
          <a:p>
            <a:pPr marL="0" indent="0">
              <a:buNone/>
            </a:pPr>
            <a:r>
              <a:rPr lang="en-US" dirty="0" smtClean="0"/>
              <a:t>• Viewing Preferences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Different user groups prefer different content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252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Loyalty and Retention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Retention was evaluated using: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Membership Status</a:t>
            </a:r>
          </a:p>
          <a:p>
            <a:pPr marL="0" indent="0">
              <a:buNone/>
            </a:pPr>
            <a:r>
              <a:rPr lang="en-US" dirty="0" smtClean="0"/>
              <a:t>• Loyalty Points</a:t>
            </a:r>
          </a:p>
          <a:p>
            <a:pPr marL="0" indent="0">
              <a:buNone/>
            </a:pPr>
            <a:r>
              <a:rPr lang="en-US" dirty="0" smtClean="0"/>
              <a:t>• User Activity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Loyal customers contribute to long-term business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698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Correlation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correlation </a:t>
            </a:r>
            <a:r>
              <a:rPr lang="en-US" dirty="0" err="1" smtClean="0"/>
              <a:t>heatmap</a:t>
            </a:r>
            <a:r>
              <a:rPr lang="en-US" dirty="0" smtClean="0"/>
              <a:t> was generated to identify</a:t>
            </a:r>
          </a:p>
          <a:p>
            <a:pPr marL="0" indent="0">
              <a:buNone/>
            </a:pPr>
            <a:r>
              <a:rPr lang="en-US" dirty="0" smtClean="0"/>
              <a:t>relationships between numerical variables.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Most variables showed weak correlations,</a:t>
            </a:r>
          </a:p>
          <a:p>
            <a:pPr marL="0" indent="0">
              <a:buNone/>
            </a:pPr>
            <a:r>
              <a:rPr lang="en-US" dirty="0" smtClean="0"/>
              <a:t>indicating independent user behavior patterns.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322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Findings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Revenue comes from subscription plans.</a:t>
            </a:r>
          </a:p>
          <a:p>
            <a:pPr marL="0" indent="0">
              <a:buNone/>
            </a:pPr>
            <a:r>
              <a:rPr lang="en-US" dirty="0" smtClean="0"/>
              <a:t>• Watch hours indicate user engagement.</a:t>
            </a:r>
          </a:p>
          <a:p>
            <a:pPr marL="0" indent="0">
              <a:buNone/>
            </a:pPr>
            <a:r>
              <a:rPr lang="en-US" dirty="0" smtClean="0"/>
              <a:t>• Genre preferences vary by age group.</a:t>
            </a:r>
          </a:p>
          <a:p>
            <a:pPr marL="0" indent="0">
              <a:buNone/>
            </a:pPr>
            <a:r>
              <a:rPr lang="en-US" dirty="0" smtClean="0"/>
              <a:t>• Loyalty points reflect customer retention.</a:t>
            </a:r>
          </a:p>
          <a:p>
            <a:pPr marL="0" indent="0">
              <a:buNone/>
            </a:pPr>
            <a:r>
              <a:rPr lang="en-US" dirty="0" smtClean="0"/>
              <a:t>• Payment preferences differ across regions.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387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The project successfully analyzed streaming service users.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findings provide valuable insights into</a:t>
            </a:r>
          </a:p>
          <a:p>
            <a:pPr marL="0" indent="0">
              <a:buNone/>
            </a:pPr>
            <a:r>
              <a:rPr lang="en-US" dirty="0" smtClean="0"/>
              <a:t>customer behavior, engagement, subscription trends,</a:t>
            </a:r>
          </a:p>
          <a:p>
            <a:pPr marL="0" indent="0">
              <a:buNone/>
            </a:pPr>
            <a:r>
              <a:rPr lang="en-US" dirty="0" smtClean="0"/>
              <a:t>and loyalty patterns.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These insights support data-driven business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442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301</Words>
  <Application>Microsoft Office PowerPoint</Application>
  <PresentationFormat>On-screen Show (4:3)</PresentationFormat>
  <Paragraphs>81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Streaming Service User Analysis</vt:lpstr>
      <vt:lpstr>Project Objective</vt:lpstr>
      <vt:lpstr>Dataset Overview</vt:lpstr>
      <vt:lpstr>Revenue Analysis</vt:lpstr>
      <vt:lpstr>User Engagement Analysis</vt:lpstr>
      <vt:lpstr>Demographic Insights</vt:lpstr>
      <vt:lpstr>Loyalty and Retention Analysis</vt:lpstr>
      <vt:lpstr>Correlation Analysis</vt:lpstr>
      <vt:lpstr>Key Findings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Service User Analysis</dc:title>
  <dc:creator>Rahul Gogaga Select</dc:creator>
  <cp:lastModifiedBy>Rahul Gogaga Select</cp:lastModifiedBy>
  <cp:revision>2</cp:revision>
  <dcterms:created xsi:type="dcterms:W3CDTF">2026-09-20T14:32:52Z</dcterms:created>
  <dcterms:modified xsi:type="dcterms:W3CDTF">2026-09-20T14:45:12Z</dcterms:modified>
</cp:coreProperties>
</file>